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AI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Student Utility Application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AI Engineer Internship  |  Beginner Level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Naskar  |  Narula Institute of Technology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Streamlit  •  Google Gemini API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face long notes and little revision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need good prompts and give unfocused answers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way to turn notes into revision material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focused study tool, not a generic chatbot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Gemini API with structured prompts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and handle API failures gracefully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output in a clean, readable format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Study Tools in One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Summarise Notes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idea, key points and key terms at short, medium or detailed length.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Generate Quiz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 multiple-choice questions from your notes, with a hidden answer key.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35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Improve My Answer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290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a weak answer for your level and explains what changed.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35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Explain a Concept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4290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step-by-step explanation, real-life example and recap.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84248" y="1965960"/>
            <a:ext cx="23774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240280" y="14630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0280" y="14630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30168" y="1965960"/>
            <a:ext cx="23774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86200" y="14630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86200" y="14630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76088" y="1965960"/>
            <a:ext cx="23774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32120" y="14630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4630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22008" y="1965960"/>
            <a:ext cx="23774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78040" y="14630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78040" y="14630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output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29443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33756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Streamlit for the interface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SDK to call a Gemini Flash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keeps the API key out of the code and GitHub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5-part prompt structure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system instruction sets the study-assistant rules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mode-specific instruction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student text inside &lt;input&gt; tags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stay on the given material or topic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format: headings, bullets, answer key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5 medium MCQs from the notes below. Options A-D, one correct.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questions, then ===ANSWERS===, then the key.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INPUT: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 ...notes... &lt;/input&gt;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 attempts to change these rules.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 Handling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app responds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message, no API 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Extremely long 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the user to shorten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letters (symbols only)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the user to enter some words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or invalid API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setup / key-check 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 or server busy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 with backoff, then a friendly 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or blocked response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the user to rephrase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Quiz: Input &amp; Questions</a:t>
            </a:r>
            <a:endParaRPr lang="en-US" sz="3000" dirty="0"/>
          </a:p>
        </p:txBody>
      </p:sp>
      <p:pic>
        <p:nvPicPr>
          <p:cNvPr id="3" name="Image 0" descr="/mnt/user-data/uploads/179075854720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030" y="1051560"/>
            <a:ext cx="72059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Quiz: Questions &amp; Answers</a:t>
            </a:r>
            <a:endParaRPr lang="en-US" sz="3000" dirty="0"/>
          </a:p>
        </p:txBody>
      </p:sp>
      <p:pic>
        <p:nvPicPr>
          <p:cNvPr id="3" name="Image 0" descr="/mnt/user-data/uploads/179075859631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84" y="1051560"/>
            <a:ext cx="7207233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Concept: Input &amp; Result</a:t>
            </a:r>
            <a:endParaRPr lang="en-US" sz="3000" dirty="0"/>
          </a:p>
        </p:txBody>
      </p:sp>
      <p:pic>
        <p:nvPicPr>
          <p:cNvPr id="3" name="Image 0" descr="/mnt/user-data/uploads/1790757317383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302" y="1051560"/>
            <a:ext cx="7409397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Concept: Step-by-Step</a:t>
            </a:r>
            <a:endParaRPr lang="en-US" sz="3000" dirty="0"/>
          </a:p>
        </p:txBody>
      </p:sp>
      <p:pic>
        <p:nvPicPr>
          <p:cNvPr id="3" name="Image 0" descr="/mnt/user-data/uploads/1790757362263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520" y="1051560"/>
            <a:ext cx="74269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3000" dirty="0"/>
          </a:p>
        </p:txBody>
      </p:sp>
      <p:pic>
        <p:nvPicPr>
          <p:cNvPr id="3" name="Image 0" descr="/mnt/user-data/uploads/179075723442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27" y="1051560"/>
            <a:ext cx="7359146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AI-assisted study workflow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 per tool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validation and error handling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2801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 note upload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 export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study history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StudyMate AI - Beginner Level</dc:title>
  <dc:subject>PptxGenJS Presentation</dc:subject>
  <dc:creator>PptxGenJS</dc:creator>
  <cp:lastModifiedBy>PptxGenJS</cp:lastModifiedBy>
  <cp:revision>1</cp:revision>
  <dcterms:created xsi:type="dcterms:W3CDTF">2026-09-30T08:57:50Z</dcterms:created>
  <dcterms:modified xsi:type="dcterms:W3CDTF">2026-09-30T08:57:50Z</dcterms:modified>
</cp:coreProperties>
</file>